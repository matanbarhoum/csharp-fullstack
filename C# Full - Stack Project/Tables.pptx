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3" autoAdjust="0"/>
    <p:restoredTop sz="94660"/>
  </p:normalViewPr>
  <p:slideViewPr>
    <p:cSldViewPr snapToGrid="0">
      <p:cViewPr varScale="1">
        <p:scale>
          <a:sx n="86" d="100"/>
          <a:sy n="86" d="100"/>
        </p:scale>
        <p:origin x="190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99B8-CCFA-48C4-97D8-DE812566E40A}" type="datetimeFigureOut">
              <a:rPr lang="he-IL" smtClean="0"/>
              <a:t>ג'/סיון/תשפ"ב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00E6-29FA-44F5-9C36-BF1D4F07B2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387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99B8-CCFA-48C4-97D8-DE812566E40A}" type="datetimeFigureOut">
              <a:rPr lang="he-IL" smtClean="0"/>
              <a:t>ג'/סיון/תשפ"ב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00E6-29FA-44F5-9C36-BF1D4F07B2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7130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99B8-CCFA-48C4-97D8-DE812566E40A}" type="datetimeFigureOut">
              <a:rPr lang="he-IL" smtClean="0"/>
              <a:t>ג'/סיון/תשפ"ב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00E6-29FA-44F5-9C36-BF1D4F07B2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4547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99B8-CCFA-48C4-97D8-DE812566E40A}" type="datetimeFigureOut">
              <a:rPr lang="he-IL" smtClean="0"/>
              <a:t>ג'/סיון/תשפ"ב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00E6-29FA-44F5-9C36-BF1D4F07B2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3891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99B8-CCFA-48C4-97D8-DE812566E40A}" type="datetimeFigureOut">
              <a:rPr lang="he-IL" smtClean="0"/>
              <a:t>ג'/סיון/תשפ"ב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00E6-29FA-44F5-9C36-BF1D4F07B2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5078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99B8-CCFA-48C4-97D8-DE812566E40A}" type="datetimeFigureOut">
              <a:rPr lang="he-IL" smtClean="0"/>
              <a:t>ג'/סיון/תשפ"ב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00E6-29FA-44F5-9C36-BF1D4F07B2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8796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99B8-CCFA-48C4-97D8-DE812566E40A}" type="datetimeFigureOut">
              <a:rPr lang="he-IL" smtClean="0"/>
              <a:t>ג'/סיון/תשפ"ב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00E6-29FA-44F5-9C36-BF1D4F07B2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2257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99B8-CCFA-48C4-97D8-DE812566E40A}" type="datetimeFigureOut">
              <a:rPr lang="he-IL" smtClean="0"/>
              <a:t>ג'/סיון/תשפ"ב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00E6-29FA-44F5-9C36-BF1D4F07B2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2655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99B8-CCFA-48C4-97D8-DE812566E40A}" type="datetimeFigureOut">
              <a:rPr lang="he-IL" smtClean="0"/>
              <a:t>ג'/סיון/תשפ"ב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00E6-29FA-44F5-9C36-BF1D4F07B2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4213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99B8-CCFA-48C4-97D8-DE812566E40A}" type="datetimeFigureOut">
              <a:rPr lang="he-IL" smtClean="0"/>
              <a:t>ג'/סיון/תשפ"ב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00E6-29FA-44F5-9C36-BF1D4F07B2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6357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99B8-CCFA-48C4-97D8-DE812566E40A}" type="datetimeFigureOut">
              <a:rPr lang="he-IL" smtClean="0"/>
              <a:t>ג'/סיון/תשפ"ב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00E6-29FA-44F5-9C36-BF1D4F07B2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958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099B8-CCFA-48C4-97D8-DE812566E40A}" type="datetimeFigureOut">
              <a:rPr lang="he-IL" smtClean="0"/>
              <a:t>ג'/סיון/תשפ"ב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C00E6-29FA-44F5-9C36-BF1D4F07B2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8714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97620" y="986901"/>
            <a:ext cx="3316614" cy="34163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en-US" dirty="0" smtClean="0"/>
              <a:t>Shutdown</a:t>
            </a:r>
            <a:endParaRPr lang="he-IL" dirty="0" smtClean="0"/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Startup – </a:t>
            </a:r>
            <a:r>
              <a:rPr lang="en-US" dirty="0" err="1" smtClean="0"/>
              <a:t>datetime</a:t>
            </a:r>
            <a:endParaRPr lang="he-IL" dirty="0" smtClean="0"/>
          </a:p>
          <a:p>
            <a:pPr algn="l"/>
            <a:endParaRPr lang="en-US" dirty="0" smtClean="0"/>
          </a:p>
          <a:p>
            <a:pPr algn="l"/>
            <a:r>
              <a:rPr lang="en-US" dirty="0" err="1" smtClean="0"/>
              <a:t>ComputerName</a:t>
            </a:r>
            <a:r>
              <a:rPr lang="en-US" dirty="0" smtClean="0"/>
              <a:t> – </a:t>
            </a:r>
            <a:r>
              <a:rPr lang="en-US" dirty="0" err="1" smtClean="0"/>
              <a:t>nvarchar</a:t>
            </a:r>
            <a:r>
              <a:rPr lang="en-US" dirty="0" smtClean="0"/>
              <a:t>(MAX)</a:t>
            </a:r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Month – </a:t>
            </a:r>
            <a:r>
              <a:rPr lang="en-US" dirty="0" err="1" smtClean="0"/>
              <a:t>nvarchar</a:t>
            </a:r>
            <a:r>
              <a:rPr lang="en-US" dirty="0" smtClean="0"/>
              <a:t>(MAX)</a:t>
            </a:r>
            <a:endParaRPr lang="he-IL" dirty="0" smtClean="0"/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Year – </a:t>
            </a:r>
            <a:r>
              <a:rPr lang="en-US" dirty="0" err="1" smtClean="0"/>
              <a:t>nvarchar</a:t>
            </a:r>
            <a:r>
              <a:rPr lang="en-US" dirty="0" smtClean="0"/>
              <a:t>(MAX)</a:t>
            </a:r>
            <a:endParaRPr lang="he-IL" dirty="0" smtClean="0"/>
          </a:p>
          <a:p>
            <a:pPr algn="l"/>
            <a:endParaRPr lang="en-US" dirty="0" smtClean="0"/>
          </a:p>
          <a:p>
            <a:pPr algn="l"/>
            <a:r>
              <a:rPr lang="en-US" dirty="0" err="1" smtClean="0"/>
              <a:t>TotalHours</a:t>
            </a:r>
            <a:r>
              <a:rPr lang="en-US" dirty="0" smtClean="0"/>
              <a:t> – float</a:t>
            </a:r>
          </a:p>
          <a:p>
            <a:pPr algn="l"/>
            <a:endParaRPr lang="he-IL" dirty="0"/>
          </a:p>
        </p:txBody>
      </p:sp>
      <p:sp>
        <p:nvSpPr>
          <p:cNvPr id="7" name="מלבן 6"/>
          <p:cNvSpPr/>
          <p:nvPr/>
        </p:nvSpPr>
        <p:spPr>
          <a:xfrm>
            <a:off x="1297620" y="986901"/>
            <a:ext cx="3657600" cy="43056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TextBox 7"/>
          <p:cNvSpPr txBox="1"/>
          <p:nvPr/>
        </p:nvSpPr>
        <p:spPr>
          <a:xfrm>
            <a:off x="7398059" y="986901"/>
            <a:ext cx="3316614" cy="34163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en-US" dirty="0" smtClean="0"/>
              <a:t>Startup</a:t>
            </a:r>
            <a:endParaRPr lang="he-IL" dirty="0" smtClean="0"/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Startup – </a:t>
            </a:r>
            <a:r>
              <a:rPr lang="en-US" dirty="0" err="1" smtClean="0"/>
              <a:t>datetime</a:t>
            </a:r>
            <a:endParaRPr lang="he-IL" dirty="0" smtClean="0"/>
          </a:p>
          <a:p>
            <a:pPr algn="l"/>
            <a:endParaRPr lang="en-US" dirty="0" smtClean="0"/>
          </a:p>
          <a:p>
            <a:pPr algn="l"/>
            <a:r>
              <a:rPr lang="en-US" dirty="0" err="1" smtClean="0"/>
              <a:t>ComputerName</a:t>
            </a:r>
            <a:r>
              <a:rPr lang="en-US" dirty="0" smtClean="0"/>
              <a:t> – </a:t>
            </a:r>
            <a:r>
              <a:rPr lang="en-US" dirty="0" err="1" smtClean="0"/>
              <a:t>nvarchar</a:t>
            </a:r>
            <a:r>
              <a:rPr lang="en-US" dirty="0" smtClean="0"/>
              <a:t>(MAX)</a:t>
            </a:r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Month – </a:t>
            </a:r>
            <a:r>
              <a:rPr lang="en-US" dirty="0" err="1" smtClean="0"/>
              <a:t>nvarchar</a:t>
            </a:r>
            <a:r>
              <a:rPr lang="en-US" dirty="0" smtClean="0"/>
              <a:t>(MAX)</a:t>
            </a:r>
            <a:endParaRPr lang="he-IL" dirty="0" smtClean="0"/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Year – </a:t>
            </a:r>
            <a:r>
              <a:rPr lang="en-US" dirty="0" err="1" smtClean="0"/>
              <a:t>nvarchar</a:t>
            </a:r>
            <a:r>
              <a:rPr lang="en-US" dirty="0" smtClean="0"/>
              <a:t>(MAX)</a:t>
            </a:r>
            <a:endParaRPr lang="he-IL" dirty="0" smtClean="0"/>
          </a:p>
          <a:p>
            <a:pPr algn="l"/>
            <a:endParaRPr lang="en-US" dirty="0" smtClean="0"/>
          </a:p>
          <a:p>
            <a:pPr algn="l"/>
            <a:r>
              <a:rPr lang="en-US" dirty="0" err="1" smtClean="0"/>
              <a:t>TotalHours</a:t>
            </a:r>
            <a:r>
              <a:rPr lang="en-US" dirty="0" smtClean="0"/>
              <a:t> – float</a:t>
            </a:r>
          </a:p>
          <a:p>
            <a:pPr algn="l"/>
            <a:endParaRPr lang="he-IL" dirty="0"/>
          </a:p>
        </p:txBody>
      </p:sp>
      <p:sp>
        <p:nvSpPr>
          <p:cNvPr id="9" name="מלבן 8"/>
          <p:cNvSpPr/>
          <p:nvPr/>
        </p:nvSpPr>
        <p:spPr>
          <a:xfrm>
            <a:off x="7398059" y="986901"/>
            <a:ext cx="3657600" cy="43056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9"/>
          <p:cNvSpPr/>
          <p:nvPr/>
        </p:nvSpPr>
        <p:spPr>
          <a:xfrm>
            <a:off x="2552709" y="-86583"/>
            <a:ext cx="73884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Economic Reports Project</a:t>
            </a:r>
            <a:endParaRPr lang="he-IL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0987653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מסך רחב</PresentationFormat>
  <Paragraphs>23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ערכת נושא Office</vt:lpstr>
      <vt:lpstr>מצגת של PowerPoint‏</vt:lpstr>
    </vt:vector>
  </TitlesOfParts>
  <Company>Israel Police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OSUser</dc:creator>
  <cp:lastModifiedBy>OSUser</cp:lastModifiedBy>
  <cp:revision>1</cp:revision>
  <dcterms:created xsi:type="dcterms:W3CDTF">2022-06-02T06:58:42Z</dcterms:created>
  <dcterms:modified xsi:type="dcterms:W3CDTF">2022-06-02T06:58:58Z</dcterms:modified>
</cp:coreProperties>
</file>